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AE3F1-6C48-4268-B417-E5B6F5B9A868}" type="datetimeFigureOut">
              <a:rPr kumimoji="1" lang="ja-JP" altLang="en-US" smtClean="0"/>
              <a:t>2016/9/21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26AFF-51A8-494A-8C06-67A6BD0198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6944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AE3F1-6C48-4268-B417-E5B6F5B9A868}" type="datetimeFigureOut">
              <a:rPr kumimoji="1" lang="ja-JP" altLang="en-US" smtClean="0"/>
              <a:t>2016/9/21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26AFF-51A8-494A-8C06-67A6BD0198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1804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AE3F1-6C48-4268-B417-E5B6F5B9A868}" type="datetimeFigureOut">
              <a:rPr kumimoji="1" lang="ja-JP" altLang="en-US" smtClean="0"/>
              <a:t>2016/9/21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26AFF-51A8-494A-8C06-67A6BD0198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0513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AE3F1-6C48-4268-B417-E5B6F5B9A868}" type="datetimeFigureOut">
              <a:rPr kumimoji="1" lang="ja-JP" altLang="en-US" smtClean="0"/>
              <a:t>2016/9/21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26AFF-51A8-494A-8C06-67A6BD0198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5797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AE3F1-6C48-4268-B417-E5B6F5B9A868}" type="datetimeFigureOut">
              <a:rPr kumimoji="1" lang="ja-JP" altLang="en-US" smtClean="0"/>
              <a:t>2016/9/21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26AFF-51A8-494A-8C06-67A6BD0198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6511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AE3F1-6C48-4268-B417-E5B6F5B9A868}" type="datetimeFigureOut">
              <a:rPr kumimoji="1" lang="ja-JP" altLang="en-US" smtClean="0"/>
              <a:t>2016/9/21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26AFF-51A8-494A-8C06-67A6BD0198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327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AE3F1-6C48-4268-B417-E5B6F5B9A868}" type="datetimeFigureOut">
              <a:rPr kumimoji="1" lang="ja-JP" altLang="en-US" smtClean="0"/>
              <a:t>2016/9/21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26AFF-51A8-494A-8C06-67A6BD0198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2553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AE3F1-6C48-4268-B417-E5B6F5B9A868}" type="datetimeFigureOut">
              <a:rPr kumimoji="1" lang="ja-JP" altLang="en-US" smtClean="0"/>
              <a:t>2016/9/21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26AFF-51A8-494A-8C06-67A6BD0198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7435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AE3F1-6C48-4268-B417-E5B6F5B9A868}" type="datetimeFigureOut">
              <a:rPr kumimoji="1" lang="ja-JP" altLang="en-US" smtClean="0"/>
              <a:t>2016/9/21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26AFF-51A8-494A-8C06-67A6BD0198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1258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AE3F1-6C48-4268-B417-E5B6F5B9A868}" type="datetimeFigureOut">
              <a:rPr kumimoji="1" lang="ja-JP" altLang="en-US" smtClean="0"/>
              <a:t>2016/9/21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26AFF-51A8-494A-8C06-67A6BD0198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8808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AE3F1-6C48-4268-B417-E5B6F5B9A868}" type="datetimeFigureOut">
              <a:rPr kumimoji="1" lang="ja-JP" altLang="en-US" smtClean="0"/>
              <a:t>2016/9/21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26AFF-51A8-494A-8C06-67A6BD0198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9967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AE3F1-6C48-4268-B417-E5B6F5B9A868}" type="datetimeFigureOut">
              <a:rPr kumimoji="1" lang="ja-JP" altLang="en-US" smtClean="0"/>
              <a:t>2016/9/21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26AFF-51A8-494A-8C06-67A6BD0198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6602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03" y="2345809"/>
            <a:ext cx="4696480" cy="466790"/>
          </a:xfrm>
          <a:prstGeom prst="rect">
            <a:avLst/>
          </a:prstGeom>
        </p:spPr>
      </p:pic>
      <p:sp>
        <p:nvSpPr>
          <p:cNvPr id="13" name="フローチャート: 代替処理 12"/>
          <p:cNvSpPr/>
          <p:nvPr/>
        </p:nvSpPr>
        <p:spPr>
          <a:xfrm>
            <a:off x="248581" y="2183998"/>
            <a:ext cx="4933020" cy="790411"/>
          </a:xfrm>
          <a:prstGeom prst="flowChartAlternateProcess">
            <a:avLst/>
          </a:prstGeom>
          <a:noFill/>
          <a:ln w="38100">
            <a:solidFill>
              <a:srgbClr val="9CBE5A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4" name="フローチャート: 代替処理 13"/>
          <p:cNvSpPr/>
          <p:nvPr/>
        </p:nvSpPr>
        <p:spPr>
          <a:xfrm>
            <a:off x="2590800" y="2353968"/>
            <a:ext cx="976680" cy="241787"/>
          </a:xfrm>
          <a:prstGeom prst="flowChartAlternateProcess">
            <a:avLst/>
          </a:prstGeom>
          <a:noFill/>
          <a:ln w="38100">
            <a:solidFill>
              <a:srgbClr val="FF964A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grpSp>
        <p:nvGrpSpPr>
          <p:cNvPr id="20" name="グループ化 19"/>
          <p:cNvGrpSpPr/>
          <p:nvPr/>
        </p:nvGrpSpPr>
        <p:grpSpPr>
          <a:xfrm>
            <a:off x="2644291" y="1903834"/>
            <a:ext cx="1143000" cy="451340"/>
            <a:chOff x="6628383" y="3887737"/>
            <a:chExt cx="1143000" cy="451340"/>
          </a:xfrm>
        </p:grpSpPr>
        <p:sp>
          <p:nvSpPr>
            <p:cNvPr id="15" name="フローチャート: 代替処理 14"/>
            <p:cNvSpPr/>
            <p:nvPr/>
          </p:nvSpPr>
          <p:spPr>
            <a:xfrm>
              <a:off x="6628383" y="3887737"/>
              <a:ext cx="1143000" cy="305048"/>
            </a:xfrm>
            <a:prstGeom prst="flowChartAlternateProcess">
              <a:avLst/>
            </a:prstGeom>
            <a:solidFill>
              <a:srgbClr val="FF964A"/>
            </a:solidFill>
            <a:ln w="38100">
              <a:noFill/>
              <a:prstDash val="sysDash"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>
              <a:sp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100"/>
                <a:t>範囲選択不可</a:t>
              </a:r>
            </a:p>
          </p:txBody>
        </p:sp>
        <p:cxnSp>
          <p:nvCxnSpPr>
            <p:cNvPr id="16" name="直線コネクタ 15"/>
            <p:cNvCxnSpPr/>
            <p:nvPr/>
          </p:nvCxnSpPr>
          <p:spPr>
            <a:xfrm flipH="1">
              <a:off x="7199650" y="4177451"/>
              <a:ext cx="1884" cy="161626"/>
            </a:xfrm>
            <a:prstGeom prst="line">
              <a:avLst/>
            </a:prstGeom>
            <a:ln w="38100">
              <a:solidFill>
                <a:srgbClr val="FF96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グループ化 18"/>
          <p:cNvGrpSpPr/>
          <p:nvPr/>
        </p:nvGrpSpPr>
        <p:grpSpPr>
          <a:xfrm>
            <a:off x="1174800" y="1745020"/>
            <a:ext cx="1143000" cy="429738"/>
            <a:chOff x="5091480" y="3626702"/>
            <a:chExt cx="1143000" cy="429738"/>
          </a:xfrm>
        </p:grpSpPr>
        <p:sp>
          <p:nvSpPr>
            <p:cNvPr id="17" name="フローチャート: 代替処理 16"/>
            <p:cNvSpPr/>
            <p:nvPr/>
          </p:nvSpPr>
          <p:spPr>
            <a:xfrm>
              <a:off x="5091480" y="3626702"/>
              <a:ext cx="1143000" cy="305048"/>
            </a:xfrm>
            <a:prstGeom prst="flowChartAlternateProcess">
              <a:avLst/>
            </a:prstGeom>
            <a:solidFill>
              <a:srgbClr val="9CBE5A"/>
            </a:solidFill>
            <a:ln w="38100">
              <a:noFill/>
              <a:prstDash val="sysDash"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>
              <a:sp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100" dirty="0"/>
                <a:t>範囲選択可</a:t>
              </a:r>
            </a:p>
          </p:txBody>
        </p:sp>
        <p:cxnSp>
          <p:nvCxnSpPr>
            <p:cNvPr id="18" name="直線コネクタ 17"/>
            <p:cNvCxnSpPr/>
            <p:nvPr/>
          </p:nvCxnSpPr>
          <p:spPr>
            <a:xfrm flipH="1">
              <a:off x="5662980" y="3931750"/>
              <a:ext cx="2" cy="124690"/>
            </a:xfrm>
            <a:prstGeom prst="line">
              <a:avLst/>
            </a:prstGeom>
            <a:ln w="38100">
              <a:solidFill>
                <a:srgbClr val="9CBE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図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667" y="2576538"/>
            <a:ext cx="114342" cy="140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図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457" y="2330569"/>
            <a:ext cx="4686954" cy="485843"/>
          </a:xfrm>
          <a:prstGeom prst="rect">
            <a:avLst/>
          </a:prstGeom>
        </p:spPr>
      </p:pic>
      <p:sp>
        <p:nvSpPr>
          <p:cNvPr id="32" name="フローチャート: 代替処理 31"/>
          <p:cNvSpPr/>
          <p:nvPr/>
        </p:nvSpPr>
        <p:spPr>
          <a:xfrm>
            <a:off x="6339191" y="2183998"/>
            <a:ext cx="4933020" cy="790411"/>
          </a:xfrm>
          <a:prstGeom prst="flowChartAlternateProcess">
            <a:avLst/>
          </a:prstGeom>
          <a:noFill/>
          <a:ln w="38100">
            <a:solidFill>
              <a:srgbClr val="9CBE5A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33" name="フローチャート: 代替処理 32"/>
          <p:cNvSpPr/>
          <p:nvPr/>
        </p:nvSpPr>
        <p:spPr>
          <a:xfrm>
            <a:off x="8681410" y="2353968"/>
            <a:ext cx="976680" cy="241787"/>
          </a:xfrm>
          <a:prstGeom prst="flowChartAlternateProcess">
            <a:avLst/>
          </a:prstGeom>
          <a:noFill/>
          <a:ln w="38100">
            <a:solidFill>
              <a:srgbClr val="FF964A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grpSp>
        <p:nvGrpSpPr>
          <p:cNvPr id="34" name="グループ化 33"/>
          <p:cNvGrpSpPr/>
          <p:nvPr/>
        </p:nvGrpSpPr>
        <p:grpSpPr>
          <a:xfrm>
            <a:off x="8734901" y="1903834"/>
            <a:ext cx="1143000" cy="451340"/>
            <a:chOff x="6628383" y="3887737"/>
            <a:chExt cx="1143000" cy="451340"/>
          </a:xfrm>
        </p:grpSpPr>
        <p:sp>
          <p:nvSpPr>
            <p:cNvPr id="35" name="フローチャート: 代替処理 34"/>
            <p:cNvSpPr/>
            <p:nvPr/>
          </p:nvSpPr>
          <p:spPr>
            <a:xfrm>
              <a:off x="6628383" y="3887737"/>
              <a:ext cx="1143000" cy="305048"/>
            </a:xfrm>
            <a:prstGeom prst="flowChartAlternateProcess">
              <a:avLst/>
            </a:prstGeom>
            <a:solidFill>
              <a:srgbClr val="FF964A"/>
            </a:solidFill>
            <a:ln w="38100">
              <a:noFill/>
              <a:prstDash val="sysDash"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>
              <a:sp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100"/>
                <a:t>範囲選択不可</a:t>
              </a:r>
            </a:p>
          </p:txBody>
        </p:sp>
        <p:cxnSp>
          <p:nvCxnSpPr>
            <p:cNvPr id="36" name="直線コネクタ 35"/>
            <p:cNvCxnSpPr/>
            <p:nvPr/>
          </p:nvCxnSpPr>
          <p:spPr>
            <a:xfrm flipH="1">
              <a:off x="7199650" y="4177451"/>
              <a:ext cx="1884" cy="161626"/>
            </a:xfrm>
            <a:prstGeom prst="line">
              <a:avLst/>
            </a:prstGeom>
            <a:ln w="38100">
              <a:solidFill>
                <a:srgbClr val="FF96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グループ化 36"/>
          <p:cNvGrpSpPr/>
          <p:nvPr/>
        </p:nvGrpSpPr>
        <p:grpSpPr>
          <a:xfrm>
            <a:off x="7265410" y="1745020"/>
            <a:ext cx="1143000" cy="429738"/>
            <a:chOff x="5091480" y="3626702"/>
            <a:chExt cx="1143000" cy="429738"/>
          </a:xfrm>
        </p:grpSpPr>
        <p:sp>
          <p:nvSpPr>
            <p:cNvPr id="38" name="フローチャート: 代替処理 37"/>
            <p:cNvSpPr/>
            <p:nvPr/>
          </p:nvSpPr>
          <p:spPr>
            <a:xfrm>
              <a:off x="5091480" y="3626702"/>
              <a:ext cx="1143000" cy="305048"/>
            </a:xfrm>
            <a:prstGeom prst="flowChartAlternateProcess">
              <a:avLst/>
            </a:prstGeom>
            <a:solidFill>
              <a:srgbClr val="9CBE5A"/>
            </a:solidFill>
            <a:ln w="38100">
              <a:noFill/>
              <a:prstDash val="sysDash"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>
              <a:sp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100" dirty="0"/>
                <a:t>範囲選択可</a:t>
              </a:r>
            </a:p>
          </p:txBody>
        </p:sp>
        <p:cxnSp>
          <p:nvCxnSpPr>
            <p:cNvPr id="39" name="直線コネクタ 38"/>
            <p:cNvCxnSpPr/>
            <p:nvPr/>
          </p:nvCxnSpPr>
          <p:spPr>
            <a:xfrm flipH="1">
              <a:off x="5662980" y="3931750"/>
              <a:ext cx="2" cy="124690"/>
            </a:xfrm>
            <a:prstGeom prst="line">
              <a:avLst/>
            </a:prstGeom>
            <a:ln w="38100">
              <a:solidFill>
                <a:srgbClr val="9CBE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" name="図 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267" y="2754054"/>
            <a:ext cx="114342" cy="140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右矢印 42"/>
          <p:cNvSpPr/>
          <p:nvPr/>
        </p:nvSpPr>
        <p:spPr>
          <a:xfrm>
            <a:off x="5455102" y="2353968"/>
            <a:ext cx="666750" cy="404869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3179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</Words>
  <Application>Microsoft Office PowerPoint</Application>
  <PresentationFormat>ワイド画面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ＭＳ Ｐゴシック</vt:lpstr>
      <vt:lpstr>Arial</vt:lpstr>
      <vt:lpstr>Calibri</vt:lpstr>
      <vt:lpstr>Calibri Light</vt:lpstr>
      <vt:lpstr>Office テーマ</vt:lpstr>
      <vt:lpstr>PowerPoint プレゼンテーション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terafw0716</dc:creator>
  <cp:lastModifiedBy>FURUKAWA Takuro / 古川 拓郎</cp:lastModifiedBy>
  <cp:revision>4</cp:revision>
  <dcterms:created xsi:type="dcterms:W3CDTF">2016-06-28T05:45:18Z</dcterms:created>
  <dcterms:modified xsi:type="dcterms:W3CDTF">2016-09-21T04:53:49Z</dcterms:modified>
</cp:coreProperties>
</file>