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>
        <p:scale>
          <a:sx n="100" d="100"/>
          <a:sy n="100" d="100"/>
        </p:scale>
        <p:origin x="-13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44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68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27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12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70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72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90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30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3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67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03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C3BCF-C4B8-4E79-AA76-940DAF802187}" type="datetimeFigureOut">
              <a:rPr kumimoji="1" lang="ja-JP" altLang="en-US" smtClean="0"/>
              <a:t>2016/6/28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F616-84ED-4124-97CB-2246A83F6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95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60" y="2671762"/>
            <a:ext cx="48101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60" y="2166937"/>
            <a:ext cx="48101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小波 3"/>
          <p:cNvSpPr/>
          <p:nvPr/>
        </p:nvSpPr>
        <p:spPr>
          <a:xfrm>
            <a:off x="3438160" y="3367087"/>
            <a:ext cx="4810125" cy="304800"/>
          </a:xfrm>
          <a:prstGeom prst="doubleWave">
            <a:avLst>
              <a:gd name="adj1" fmla="val 12500"/>
              <a:gd name="adj2" fmla="val 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角丸四角形 4"/>
          <p:cNvSpPr/>
          <p:nvPr/>
        </p:nvSpPr>
        <p:spPr>
          <a:xfrm>
            <a:off x="3447685" y="2424112"/>
            <a:ext cx="4800600" cy="1495426"/>
          </a:xfrm>
          <a:prstGeom prst="roundRect">
            <a:avLst>
              <a:gd name="adj" fmla="val 4565"/>
            </a:avLst>
          </a:prstGeom>
          <a:noFill/>
          <a:ln w="38100">
            <a:solidFill>
              <a:srgbClr val="92D050">
                <a:alpha val="9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角丸四角形 5"/>
          <p:cNvSpPr/>
          <p:nvPr/>
        </p:nvSpPr>
        <p:spPr>
          <a:xfrm>
            <a:off x="3495310" y="3690937"/>
            <a:ext cx="4695825" cy="695326"/>
          </a:xfrm>
          <a:prstGeom prst="roundRect">
            <a:avLst>
              <a:gd name="adj" fmla="val 4565"/>
            </a:avLst>
          </a:prstGeom>
          <a:noFill/>
          <a:ln w="38100">
            <a:solidFill>
              <a:srgbClr val="FF964A">
                <a:alpha val="9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7" name="フローチャート: 代替処理 6"/>
          <p:cNvSpPr/>
          <p:nvPr/>
        </p:nvSpPr>
        <p:spPr>
          <a:xfrm>
            <a:off x="8346636" y="3669505"/>
            <a:ext cx="407204" cy="742951"/>
          </a:xfrm>
          <a:prstGeom prst="flowChartAlternateProcess">
            <a:avLst/>
          </a:prstGeom>
          <a:solidFill>
            <a:srgbClr val="FF964A"/>
          </a:solidFill>
          <a:ln w="38100">
            <a:noFill/>
            <a:prstDash val="sysDash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rtlCol="0" anchor="ctr" anchorCtr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/>
              <a:t>表示範囲</a:t>
            </a:r>
          </a:p>
        </p:txBody>
      </p:sp>
      <p:cxnSp>
        <p:nvCxnSpPr>
          <p:cNvPr id="8" name="直線コネクタ 7"/>
          <p:cNvCxnSpPr>
            <a:stCxn id="6" idx="3"/>
            <a:endCxn id="7" idx="1"/>
          </p:cNvCxnSpPr>
          <p:nvPr/>
        </p:nvCxnSpPr>
        <p:spPr>
          <a:xfrm flipV="1">
            <a:off x="8191135" y="4038599"/>
            <a:ext cx="155501" cy="1"/>
          </a:xfrm>
          <a:prstGeom prst="line">
            <a:avLst/>
          </a:prstGeom>
          <a:ln w="38100">
            <a:solidFill>
              <a:srgbClr val="FF96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フローチャート: 代替処理 8"/>
          <p:cNvSpPr/>
          <p:nvPr/>
        </p:nvSpPr>
        <p:spPr>
          <a:xfrm>
            <a:off x="8346490" y="2639675"/>
            <a:ext cx="407204" cy="744955"/>
          </a:xfrm>
          <a:prstGeom prst="flowChartAlternateProcess">
            <a:avLst/>
          </a:prstGeom>
          <a:solidFill>
            <a:srgbClr val="9CBE5A"/>
          </a:solidFill>
          <a:ln w="38100">
            <a:noFill/>
            <a:prstDash val="sysDash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rtlCol="0" anchor="ctr" anchorCtr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/>
              <a:t>取得範囲</a:t>
            </a:r>
          </a:p>
        </p:txBody>
      </p:sp>
      <p:cxnSp>
        <p:nvCxnSpPr>
          <p:cNvPr id="10" name="直線コネクタ 9"/>
          <p:cNvCxnSpPr>
            <a:stCxn id="9" idx="1"/>
          </p:cNvCxnSpPr>
          <p:nvPr/>
        </p:nvCxnSpPr>
        <p:spPr>
          <a:xfrm flipH="1">
            <a:off x="8257810" y="3012153"/>
            <a:ext cx="88680" cy="2509"/>
          </a:xfrm>
          <a:prstGeom prst="line">
            <a:avLst/>
          </a:prstGeom>
          <a:ln w="38100">
            <a:solidFill>
              <a:srgbClr val="9CBE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29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60" y="2671762"/>
            <a:ext cx="48101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図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60" y="2166937"/>
            <a:ext cx="48101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小波 16"/>
          <p:cNvSpPr/>
          <p:nvPr/>
        </p:nvSpPr>
        <p:spPr>
          <a:xfrm>
            <a:off x="3438160" y="3367087"/>
            <a:ext cx="4810125" cy="304800"/>
          </a:xfrm>
          <a:prstGeom prst="doubleWave">
            <a:avLst>
              <a:gd name="adj1" fmla="val 12500"/>
              <a:gd name="adj2" fmla="val 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8" name="角丸四角形 17"/>
          <p:cNvSpPr/>
          <p:nvPr/>
        </p:nvSpPr>
        <p:spPr>
          <a:xfrm>
            <a:off x="3447685" y="2424112"/>
            <a:ext cx="4800600" cy="1495426"/>
          </a:xfrm>
          <a:prstGeom prst="roundRect">
            <a:avLst>
              <a:gd name="adj" fmla="val 4565"/>
            </a:avLst>
          </a:prstGeom>
          <a:noFill/>
          <a:ln w="38100">
            <a:solidFill>
              <a:srgbClr val="92D050">
                <a:alpha val="9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9" name="フローチャート: 代替処理 18"/>
          <p:cNvSpPr/>
          <p:nvPr/>
        </p:nvSpPr>
        <p:spPr>
          <a:xfrm>
            <a:off x="8346636" y="2440780"/>
            <a:ext cx="407204" cy="742951"/>
          </a:xfrm>
          <a:prstGeom prst="flowChartAlternateProcess">
            <a:avLst/>
          </a:prstGeom>
          <a:solidFill>
            <a:srgbClr val="FF964A"/>
          </a:solidFill>
          <a:ln w="38100">
            <a:noFill/>
            <a:prstDash val="sysDash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rtlCol="0" anchor="ctr" anchorCtr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/>
              <a:t>表示範囲</a:t>
            </a:r>
          </a:p>
        </p:txBody>
      </p:sp>
      <p:cxnSp>
        <p:nvCxnSpPr>
          <p:cNvPr id="20" name="直線コネクタ 19"/>
          <p:cNvCxnSpPr>
            <a:endCxn id="19" idx="1"/>
          </p:cNvCxnSpPr>
          <p:nvPr/>
        </p:nvCxnSpPr>
        <p:spPr>
          <a:xfrm flipV="1">
            <a:off x="8191135" y="2809874"/>
            <a:ext cx="155501" cy="1"/>
          </a:xfrm>
          <a:prstGeom prst="line">
            <a:avLst/>
          </a:prstGeom>
          <a:ln w="38100">
            <a:solidFill>
              <a:srgbClr val="FF96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代替処理 20"/>
          <p:cNvSpPr/>
          <p:nvPr/>
        </p:nvSpPr>
        <p:spPr>
          <a:xfrm>
            <a:off x="8346490" y="3239750"/>
            <a:ext cx="407204" cy="744955"/>
          </a:xfrm>
          <a:prstGeom prst="flowChartAlternateProcess">
            <a:avLst/>
          </a:prstGeom>
          <a:solidFill>
            <a:srgbClr val="9CBE5A"/>
          </a:solidFill>
          <a:ln w="38100">
            <a:noFill/>
            <a:prstDash val="sysDash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rtlCol="0" anchor="ctr" anchorCtr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/>
              <a:t>取得範囲</a:t>
            </a:r>
          </a:p>
        </p:txBody>
      </p:sp>
      <p:cxnSp>
        <p:nvCxnSpPr>
          <p:cNvPr id="22" name="直線コネクタ 21"/>
          <p:cNvCxnSpPr>
            <a:stCxn id="21" idx="1"/>
          </p:cNvCxnSpPr>
          <p:nvPr/>
        </p:nvCxnSpPr>
        <p:spPr>
          <a:xfrm flipH="1">
            <a:off x="8257810" y="3612228"/>
            <a:ext cx="88680" cy="2509"/>
          </a:xfrm>
          <a:prstGeom prst="line">
            <a:avLst/>
          </a:prstGeom>
          <a:ln w="38100">
            <a:solidFill>
              <a:srgbClr val="9CBE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/>
          <p:cNvSpPr/>
          <p:nvPr/>
        </p:nvSpPr>
        <p:spPr>
          <a:xfrm>
            <a:off x="3495310" y="2462212"/>
            <a:ext cx="4695825" cy="695326"/>
          </a:xfrm>
          <a:prstGeom prst="roundRect">
            <a:avLst>
              <a:gd name="adj" fmla="val 4565"/>
            </a:avLst>
          </a:prstGeom>
          <a:noFill/>
          <a:ln w="38100">
            <a:solidFill>
              <a:srgbClr val="FF964A">
                <a:alpha val="9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1594575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terafw0716</dc:creator>
  <cp:lastModifiedBy>terafw0716</cp:lastModifiedBy>
  <cp:revision>1</cp:revision>
  <dcterms:created xsi:type="dcterms:W3CDTF">2016-06-28T05:43:57Z</dcterms:created>
  <dcterms:modified xsi:type="dcterms:W3CDTF">2016-06-28T05:44:20Z</dcterms:modified>
</cp:coreProperties>
</file>