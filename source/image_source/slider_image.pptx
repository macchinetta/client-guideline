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3A3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6" d="100"/>
          <a:sy n="76" d="100"/>
        </p:scale>
        <p:origin x="840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smtClean="0"/>
              <a:t>マスタ サブタイトルの書式設定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2016/9/13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2016/9/13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2016/9/13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2016/9/13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2016/9/13</a:t>
            </a:fld>
            <a:endParaRPr kumimoji="1"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2016/9/13</a:t>
            </a:fld>
            <a:endParaRPr kumimoji="1"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2016/9/13</a:t>
            </a:fld>
            <a:endParaRPr kumimoji="1" lang="ja-JP" altLang="en-US"/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2016/9/13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2016/9/13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2016/9/13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2016/9/13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0ED720-0104-4369-84BC-D37694168613}" type="datetimeFigureOut">
              <a:rPr kumimoji="1" lang="ja-JP" altLang="en-US" smtClean="0"/>
              <a:t>2016/9/13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189664"/>
              </p:ext>
            </p:extLst>
          </p:nvPr>
        </p:nvGraphicFramePr>
        <p:xfrm>
          <a:off x="1596008" y="1556792"/>
          <a:ext cx="6096000" cy="48965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3048000"/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 smtClean="0"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User operation</a:t>
                      </a:r>
                      <a:endParaRPr kumimoji="1" lang="ja-JP" altLang="en-US" dirty="0" smtClean="0">
                        <a:latin typeface="Meiryo UI" panose="020B0604030504040204" pitchFamily="50" charset="-128"/>
                        <a:ea typeface="Meiryo UI" panose="020B0604030504040204" pitchFamily="50" charset="-128"/>
                        <a:cs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 smtClean="0"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Event name</a:t>
                      </a:r>
                      <a:endParaRPr kumimoji="1" lang="ja-JP" altLang="en-US" dirty="0" smtClean="0">
                        <a:latin typeface="Meiryo UI" panose="020B0604030504040204" pitchFamily="50" charset="-128"/>
                        <a:ea typeface="Meiryo UI" panose="020B0604030504040204" pitchFamily="50" charset="-128"/>
                        <a:cs typeface="Meiryo UI" panose="020B0604030504040204" pitchFamily="50" charset="-128"/>
                      </a:endParaRPr>
                    </a:p>
                  </a:txBody>
                  <a:tcPr/>
                </a:tc>
              </a:tr>
              <a:tr h="4525704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5" name="正方形/長方形 4"/>
          <p:cNvSpPr/>
          <p:nvPr/>
        </p:nvSpPr>
        <p:spPr>
          <a:xfrm>
            <a:off x="2195736" y="2132856"/>
            <a:ext cx="1872208" cy="576064"/>
          </a:xfrm>
          <a:prstGeom prst="rect">
            <a:avLst/>
          </a:prstGeom>
          <a:solidFill>
            <a:schemeClr val="bg1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Show slider</a:t>
            </a:r>
            <a:endParaRPr lang="ja-JP" altLang="en-US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6" name="正方形/長方形 5"/>
          <p:cNvSpPr/>
          <p:nvPr/>
        </p:nvSpPr>
        <p:spPr>
          <a:xfrm>
            <a:off x="2195736" y="3028960"/>
            <a:ext cx="1872208" cy="5760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altLang="ja-JP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Click handle</a:t>
            </a:r>
            <a:endParaRPr lang="ja-JP" altLang="en-US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7" name="正方形/長方形 6"/>
          <p:cNvSpPr/>
          <p:nvPr/>
        </p:nvSpPr>
        <p:spPr>
          <a:xfrm>
            <a:off x="2195736" y="3901934"/>
            <a:ext cx="1872208" cy="5760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altLang="ja-JP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Drag handle</a:t>
            </a:r>
            <a:endParaRPr lang="ja-JP" altLang="en-US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8" name="正方形/長方形 7"/>
          <p:cNvSpPr/>
          <p:nvPr/>
        </p:nvSpPr>
        <p:spPr>
          <a:xfrm>
            <a:off x="2195736" y="4781909"/>
            <a:ext cx="1872208" cy="5760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altLang="ja-JP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Release handle</a:t>
            </a:r>
            <a:endParaRPr lang="ja-JP" altLang="en-US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9" name="正方形/長方形 8"/>
          <p:cNvSpPr/>
          <p:nvPr/>
        </p:nvSpPr>
        <p:spPr>
          <a:xfrm>
            <a:off x="5220072" y="2132856"/>
            <a:ext cx="1800200" cy="5760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create</a:t>
            </a:r>
            <a:endParaRPr lang="ja-JP" altLang="en-US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0" name="正方形/長方形 9"/>
          <p:cNvSpPr/>
          <p:nvPr/>
        </p:nvSpPr>
        <p:spPr>
          <a:xfrm>
            <a:off x="5236056" y="3028960"/>
            <a:ext cx="1800200" cy="5760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start</a:t>
            </a:r>
            <a:endParaRPr lang="ja-JP" altLang="en-US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1" name="正方形/長方形 10"/>
          <p:cNvSpPr/>
          <p:nvPr/>
        </p:nvSpPr>
        <p:spPr>
          <a:xfrm>
            <a:off x="5220072" y="3885805"/>
            <a:ext cx="1800200" cy="5760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slide</a:t>
            </a:r>
            <a:endParaRPr lang="ja-JP" altLang="en-US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2" name="正方形/長方形 11"/>
          <p:cNvSpPr/>
          <p:nvPr/>
        </p:nvSpPr>
        <p:spPr>
          <a:xfrm>
            <a:off x="5236056" y="4781909"/>
            <a:ext cx="1800200" cy="5760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stop</a:t>
            </a:r>
            <a:endParaRPr lang="ja-JP" altLang="en-US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3" name="正方形/長方形 12"/>
          <p:cNvSpPr/>
          <p:nvPr/>
        </p:nvSpPr>
        <p:spPr>
          <a:xfrm>
            <a:off x="5236056" y="5678013"/>
            <a:ext cx="1800200" cy="5760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change</a:t>
            </a:r>
            <a:endParaRPr lang="ja-JP" altLang="en-US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4" name="下矢印 13"/>
          <p:cNvSpPr/>
          <p:nvPr/>
        </p:nvSpPr>
        <p:spPr>
          <a:xfrm>
            <a:off x="2879812" y="2708920"/>
            <a:ext cx="576064" cy="32004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下矢印 14"/>
          <p:cNvSpPr/>
          <p:nvPr/>
        </p:nvSpPr>
        <p:spPr>
          <a:xfrm>
            <a:off x="2879812" y="3581894"/>
            <a:ext cx="576064" cy="32004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下矢印 15"/>
          <p:cNvSpPr/>
          <p:nvPr/>
        </p:nvSpPr>
        <p:spPr>
          <a:xfrm>
            <a:off x="2879812" y="4461869"/>
            <a:ext cx="576064" cy="32004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9" name="直線コネクタ 18"/>
          <p:cNvCxnSpPr>
            <a:stCxn id="5" idx="3"/>
            <a:endCxn id="9" idx="1"/>
          </p:cNvCxnSpPr>
          <p:nvPr/>
        </p:nvCxnSpPr>
        <p:spPr>
          <a:xfrm>
            <a:off x="4067944" y="2420888"/>
            <a:ext cx="1152128" cy="0"/>
          </a:xfrm>
          <a:prstGeom prst="line">
            <a:avLst/>
          </a:prstGeom>
          <a:ln w="381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/>
          <p:cNvCxnSpPr>
            <a:stCxn id="6" idx="3"/>
            <a:endCxn id="10" idx="1"/>
          </p:cNvCxnSpPr>
          <p:nvPr/>
        </p:nvCxnSpPr>
        <p:spPr>
          <a:xfrm>
            <a:off x="4067944" y="3316992"/>
            <a:ext cx="1168112" cy="0"/>
          </a:xfrm>
          <a:prstGeom prst="line">
            <a:avLst/>
          </a:prstGeom>
          <a:ln w="381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コネクタ 22"/>
          <p:cNvCxnSpPr>
            <a:stCxn id="7" idx="3"/>
          </p:cNvCxnSpPr>
          <p:nvPr/>
        </p:nvCxnSpPr>
        <p:spPr>
          <a:xfrm>
            <a:off x="4067944" y="4189966"/>
            <a:ext cx="1152128" cy="0"/>
          </a:xfrm>
          <a:prstGeom prst="line">
            <a:avLst/>
          </a:prstGeom>
          <a:ln w="381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コネクタ 25"/>
          <p:cNvCxnSpPr>
            <a:stCxn id="8" idx="3"/>
            <a:endCxn id="12" idx="1"/>
          </p:cNvCxnSpPr>
          <p:nvPr/>
        </p:nvCxnSpPr>
        <p:spPr>
          <a:xfrm>
            <a:off x="4067944" y="5069941"/>
            <a:ext cx="1168112" cy="0"/>
          </a:xfrm>
          <a:prstGeom prst="line">
            <a:avLst/>
          </a:prstGeom>
          <a:ln w="381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カギ線コネクタ 30"/>
          <p:cNvCxnSpPr>
            <a:endCxn id="13" idx="1"/>
          </p:cNvCxnSpPr>
          <p:nvPr/>
        </p:nvCxnSpPr>
        <p:spPr>
          <a:xfrm>
            <a:off x="4067944" y="5069941"/>
            <a:ext cx="1168112" cy="896104"/>
          </a:xfrm>
          <a:prstGeom prst="bentConnector3">
            <a:avLst/>
          </a:prstGeom>
          <a:ln w="381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25765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表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927914"/>
              </p:ext>
            </p:extLst>
          </p:nvPr>
        </p:nvGraphicFramePr>
        <p:xfrm>
          <a:off x="1596008" y="1556792"/>
          <a:ext cx="6096000" cy="27009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3048000"/>
              </a:tblGrid>
              <a:tr h="32906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 smtClean="0"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User operation</a:t>
                      </a:r>
                      <a:endParaRPr kumimoji="1" lang="ja-JP" altLang="en-US" dirty="0" smtClean="0">
                        <a:latin typeface="Meiryo UI" panose="020B0604030504040204" pitchFamily="50" charset="-128"/>
                        <a:ea typeface="Meiryo UI" panose="020B0604030504040204" pitchFamily="50" charset="-128"/>
                        <a:cs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 smtClean="0"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Event</a:t>
                      </a:r>
                      <a:r>
                        <a:rPr kumimoji="1" lang="en-US" altLang="ja-JP" baseline="0" dirty="0" smtClean="0"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 name</a:t>
                      </a:r>
                      <a:endParaRPr kumimoji="1" lang="ja-JP" altLang="en-US" dirty="0" smtClean="0">
                        <a:latin typeface="Meiryo UI" panose="020B0604030504040204" pitchFamily="50" charset="-128"/>
                        <a:ea typeface="Meiryo UI" panose="020B0604030504040204" pitchFamily="50" charset="-128"/>
                        <a:cs typeface="Meiryo UI" panose="020B0604030504040204" pitchFamily="50" charset="-128"/>
                      </a:endParaRPr>
                    </a:p>
                  </a:txBody>
                  <a:tcPr/>
                </a:tc>
              </a:tr>
              <a:tr h="2335229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5" name="正方形/長方形 4"/>
          <p:cNvSpPr/>
          <p:nvPr/>
        </p:nvSpPr>
        <p:spPr>
          <a:xfrm>
            <a:off x="2267744" y="2132856"/>
            <a:ext cx="1800200" cy="576064"/>
          </a:xfrm>
          <a:prstGeom prst="rect">
            <a:avLst/>
          </a:prstGeom>
          <a:solidFill>
            <a:schemeClr val="bg1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Show slider</a:t>
            </a:r>
            <a:endParaRPr lang="ja-JP" altLang="en-US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6" name="正方形/長方形 5"/>
          <p:cNvSpPr/>
          <p:nvPr/>
        </p:nvSpPr>
        <p:spPr>
          <a:xfrm>
            <a:off x="2267744" y="3028960"/>
            <a:ext cx="1800200" cy="904096"/>
          </a:xfrm>
          <a:prstGeom prst="rect">
            <a:avLst/>
          </a:prstGeom>
          <a:solidFill>
            <a:schemeClr val="bg1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altLang="ja-JP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Set value by JavaScript</a:t>
            </a:r>
            <a:endParaRPr lang="ja-JP" altLang="en-US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9" name="正方形/長方形 8"/>
          <p:cNvSpPr/>
          <p:nvPr/>
        </p:nvSpPr>
        <p:spPr>
          <a:xfrm>
            <a:off x="5220072" y="2132856"/>
            <a:ext cx="1800200" cy="5760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create</a:t>
            </a:r>
            <a:endParaRPr lang="ja-JP" altLang="en-US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0" name="正方形/長方形 9"/>
          <p:cNvSpPr/>
          <p:nvPr/>
        </p:nvSpPr>
        <p:spPr>
          <a:xfrm>
            <a:off x="5220072" y="3192976"/>
            <a:ext cx="1800200" cy="5760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change</a:t>
            </a:r>
            <a:endParaRPr lang="ja-JP" altLang="en-US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4" name="下矢印 13"/>
          <p:cNvSpPr/>
          <p:nvPr/>
        </p:nvSpPr>
        <p:spPr>
          <a:xfrm>
            <a:off x="2879812" y="2708920"/>
            <a:ext cx="576064" cy="32004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9" name="直線コネクタ 18"/>
          <p:cNvCxnSpPr>
            <a:stCxn id="5" idx="3"/>
            <a:endCxn id="9" idx="1"/>
          </p:cNvCxnSpPr>
          <p:nvPr/>
        </p:nvCxnSpPr>
        <p:spPr>
          <a:xfrm>
            <a:off x="4067944" y="2420888"/>
            <a:ext cx="1152128" cy="0"/>
          </a:xfrm>
          <a:prstGeom prst="line">
            <a:avLst/>
          </a:prstGeom>
          <a:ln w="381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/>
          <p:cNvCxnSpPr>
            <a:stCxn id="6" idx="3"/>
            <a:endCxn id="10" idx="1"/>
          </p:cNvCxnSpPr>
          <p:nvPr/>
        </p:nvCxnSpPr>
        <p:spPr>
          <a:xfrm>
            <a:off x="4067944" y="3481008"/>
            <a:ext cx="1152128" cy="0"/>
          </a:xfrm>
          <a:prstGeom prst="line">
            <a:avLst/>
          </a:prstGeom>
          <a:ln w="381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8540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655</TotalTime>
  <Words>29</Words>
  <Application>Microsoft Office PowerPoint</Application>
  <PresentationFormat>画面に合わせる (4:3)</PresentationFormat>
  <Paragraphs>17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7" baseType="lpstr">
      <vt:lpstr>Meiryo UI</vt:lpstr>
      <vt:lpstr>ＭＳ Ｐゴシック</vt:lpstr>
      <vt:lpstr>Arial</vt:lpstr>
      <vt:lpstr>Calibri</vt:lpstr>
      <vt:lpstr>Office テーマ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MACHIDA Dai / 町田 大</dc:creator>
  <cp:lastModifiedBy>FURUKAWA Takuro / 古川 拓郎</cp:lastModifiedBy>
  <cp:revision>13</cp:revision>
  <dcterms:created xsi:type="dcterms:W3CDTF">2016-05-30T05:57:07Z</dcterms:created>
  <dcterms:modified xsi:type="dcterms:W3CDTF">2016-09-13T02:15:16Z</dcterms:modified>
</cp:coreProperties>
</file>